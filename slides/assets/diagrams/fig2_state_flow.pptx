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fff56c33bb485c" /><Relationship Type="http://schemas.openxmlformats.org/officeDocument/2006/relationships/extended-properties" Target="/docProps/app.xml" Id="R95e28c4389df437f" /><Relationship Type="http://schemas.openxmlformats.org/officeDocument/2006/relationships/officeDocument" Target="/ppt/presentation.xml" Id="Refd809a79777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ab9afa00a46b1"/>
  </p:sldMasterIdLst>
  <p:notesMasterIdLst>
    <p:notesMasterId xmlns:r="http://schemas.openxmlformats.org/officeDocument/2006/relationships" r:id="Rd6099b8c367a47ab"/>
  </p:notesMasterIdLst>
  <p:sldIdLst>
    <p:sldId xmlns:r="http://schemas.openxmlformats.org/officeDocument/2006/relationships" id="256" r:id="R3a8de04e363f46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3b5ae52fb4fab" /><Relationship Type="http://schemas.openxmlformats.org/officeDocument/2006/relationships/slideMaster" Target="/ppt/slideMasters/slideMaster1.xml" Id="Re0aab9afa00a46b1" /><Relationship Type="http://schemas.openxmlformats.org/officeDocument/2006/relationships/notesMaster" Target="/ppt/notesMasters/notesMaster1.xml" Id="Rd6099b8c367a47ab" /><Relationship Type="http://schemas.openxmlformats.org/officeDocument/2006/relationships/presProps" Target="/ppt/presProps.xml" Id="Ra881238b95a14069" /><Relationship Type="http://schemas.openxmlformats.org/officeDocument/2006/relationships/tableStyles" Target="/ppt/tableStyles.xml" Id="R48c7d21f6efe4b56" /><Relationship Type="http://schemas.openxmlformats.org/officeDocument/2006/relationships/slide" Target="/ppt/slides/slide1.xml" Id="R3a8de04e363f46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a1fc69533841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1a5fdc6e94c13" /><Relationship Type="http://schemas.openxmlformats.org/officeDocument/2006/relationships/notesMaster" Target="/ppt/notesMasters/notesMaster1.xml" Id="R1e8c4bd3d49c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990197dfb44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0c5d62e5440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3265421514f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b9bfc25fa45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bcf8a736b43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806afc55a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C3F67F-70B8-43EF-B4C7-24FF53F57B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59D545-E2C7-4E6F-8095-DD5B75F730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9E2F34-681F-423B-8F79-A28A2F4B9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35314-1FFB-43FD-98C9-65D6AA194C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B5DD67-91BC-45FC-BEB6-F13181935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7795BD-7C5F-48B9-B900-40900076C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8EA796-E968-438E-BDA6-E0B4573CC5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E87666-52CC-40FC-9654-A738C3700D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56D19-962C-42BE-8726-AE74470F7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1CCD9A-9C2D-4650-9348-BF3219E24F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fef8020394447" /><Relationship Type="http://schemas.openxmlformats.org/officeDocument/2006/relationships/slideLayout" Target="/ppt/slideLayouts/slideLayout1.xml" Id="R1711c280484d47c6" /><Relationship Type="http://schemas.openxmlformats.org/officeDocument/2006/relationships/slideLayout" Target="/ppt/slideLayouts/slideLayout2.xml" Id="R1f2de1ee19b74c0d" /><Relationship Type="http://schemas.openxmlformats.org/officeDocument/2006/relationships/slideLayout" Target="/ppt/slideLayouts/slideLayout3.xml" Id="R02d9b896f1d0421d" /><Relationship Type="http://schemas.openxmlformats.org/officeDocument/2006/relationships/slideLayout" Target="/ppt/slideLayouts/slideLayout4.xml" Id="Re033f5e409c14454" /><Relationship Type="http://schemas.openxmlformats.org/officeDocument/2006/relationships/slideLayout" Target="/ppt/slideLayouts/slideLayout5.xml" Id="R10bcdbbae37441d7" /><Relationship Type="http://schemas.openxmlformats.org/officeDocument/2006/relationships/slideLayout" Target="/ppt/slideLayouts/slideLayout6.xml" Id="R7b116a9f8b70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11c280484d47c6"/>
    <p:sldLayoutId xmlns:r="http://schemas.openxmlformats.org/officeDocument/2006/relationships" id="2147483650" r:id="R1f2de1ee19b74c0d"/>
    <p:sldLayoutId xmlns:r="http://schemas.openxmlformats.org/officeDocument/2006/relationships" id="2147483651" r:id="R02d9b896f1d0421d"/>
    <p:sldLayoutId xmlns:r="http://schemas.openxmlformats.org/officeDocument/2006/relationships" id="2147483652" r:id="Re033f5e409c14454"/>
    <p:sldLayoutId xmlns:r="http://schemas.openxmlformats.org/officeDocument/2006/relationships" id="2147483653" r:id="R10bcdbbae37441d7"/>
    <p:sldLayoutId xmlns:r="http://schemas.openxmlformats.org/officeDocument/2006/relationships" id="2147483654" r:id="R7b116a9f8b70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ac76f74f34c9b" /><Relationship Type="http://schemas.openxmlformats.org/officeDocument/2006/relationships/notesSlide" Target="/ppt/notesSlides/notesSlide1.xml" Id="Rec3561cc351b43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0E4A2-9BAB-4D92-BB95-703999A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固定六人局的状态转移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A1939-7596-49CA-B1DE-A3C2812C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rPr>
              <a:t>规则设计示意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4D346-651A-4683-97A8-6715358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3638550" cy="4648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2263D"/>
          </a:solidFill>
          <a:ln xmlns:a="http://schemas.openxmlformats.org/drawingml/2006/main" w="14288">
            <a:solidFill>
              <a:srgbClr val="2A4963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8A78C-535F-4C5F-B331-8F368529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000125"/>
            <a:ext cx="3638550" cy="4648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2263D"/>
          </a:solidFill>
          <a:ln xmlns:a="http://schemas.openxmlformats.org/drawingml/2006/main" w="14288">
            <a:solidFill>
              <a:srgbClr val="2A4963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9F9DC-DABC-4225-9F28-13661154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000125"/>
            <a:ext cx="3638550" cy="46482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2263D"/>
          </a:solidFill>
          <a:ln xmlns:a="http://schemas.openxmlformats.org/drawingml/2006/main" w="14288">
            <a:solidFill>
              <a:srgbClr val="2A4963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D3B0-C50A-4C4E-8871-2A29EB46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6E"/>
                </a:solidFill>
                <a:latin typeface="Microsoft YaHei"/>
                <a:ea typeface="Microsoft YaHei"/>
                <a:cs typeface="Microsoft YaHei"/>
              </a:rPr>
              <a:t>01  夜晚行动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47CEE-CA0B-4D1A-9EC2-2E7257E2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123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4D5D8"/>
                </a:solidFill>
                <a:latin typeface="Microsoft YaHei"/>
                <a:ea typeface="Microsoft YaHei"/>
                <a:cs typeface="Microsoft YaHei"/>
              </a:rPr>
              <a:t>02  白天行动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80F69-F58D-40DE-89AA-1B6EF56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23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FC1D2"/>
                </a:solidFill>
                <a:latin typeface="Microsoft YaHei"/>
                <a:ea typeface="Microsoft YaHei"/>
                <a:cs typeface="Microsoft YaHei"/>
              </a:rPr>
              <a:t>03  投票结果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502C2-501A-41F7-9486-3334BB99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067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FFC46E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两狼各自提出击杀目标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40EB5-2045-4200-B96A-138C5DC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86000"/>
            <a:ext cx="16002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FFC46E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77618"/>
          </a:bodyPr>
          <a:lstStyle xmlns:a="http://schemas.openxmlformats.org/drawingml/2006/main">
            <a:def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目标一致？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772EB-35CA-46A8-A8EE-225C5A0B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FFC46E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一致：采用共同目标</a:t>
            </a:r>
          </a:p>
          <a:p xmlns:a="http://schemas.openxmlformats.org/drawingml/2006/main">
            <a:pPr algn="ctr">
              <a:def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不一致：私密协商一次，仍分歧由固定种子裁决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C9A1E-38AE-460E-B519-EF0FF46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067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FFC46E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预言家查验一名存活玩家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D31B8-A05B-44D1-9C5C-5470A9B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067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夜间结算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298D1-6EFB-4B93-A9D0-9AE82E0B537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19325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46E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4D51A-AB55-46FD-BB08-DE9AA464C77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19325" y="28956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46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4D918-E04C-40B4-8DA3-CF1255C9F7E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219325" y="38290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46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7BCD5-E1AE-4AC5-BE1B-B569837D3A2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219325" y="45434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1D2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F1398-E610-428B-AB4B-9C5575A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81150"/>
            <a:ext cx="3067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天亮公布死亡编号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8B264-251A-4986-A4FA-B871FF0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86000"/>
            <a:ext cx="306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54D5D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存活玩家按编号公开发言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A3117-54AF-4F22-A968-0653642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67050"/>
            <a:ext cx="306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54D5D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小模型逐句分类，标签供后续参考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02862-0CD1-47DC-A3C1-FAC191F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48100"/>
            <a:ext cx="306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54D5D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存活玩家各投其他存活者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EEF2C-4522-4FF5-91F9-15B2B428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29150"/>
            <a:ext cx="306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记录所有票；只统计有效票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D7D72-3A98-45CE-84BB-13CF6B2E957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92A9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0AEE7-3A80-455C-8F0C-CD7D7D76E2CE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28765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D5D8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F9F0B-479E-494E-B5CF-1FE5E9DC14AA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36576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D5D8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68F26-7ECA-4748-8476-AB03FDEA091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4438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92A9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74BF9B-3F8D-4957-AD19-663D4679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81150"/>
            <a:ext cx="22860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按计票结果分支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52045-DCC7-4F3E-9D56-0DF79DE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3067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无有效票  →  无人放逐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7C4C28-CE83-4117-9387-41F46AB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86125"/>
            <a:ext cx="3067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唯一最高票  →  放逐该玩家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E5358-D1AE-49F4-9911-A244C2A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43375"/>
            <a:ext cx="3067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B354F"/>
          </a:solidFill>
          <a:ln xmlns:a="http://schemas.openxmlformats.org/drawingml/2006/main" w="14288">
            <a:solidFill>
              <a:srgbClr val="AFC1D2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平票  →  仅平票者重投一次</a:t>
            </a:r>
          </a:p>
          <a:p xmlns:a="http://schemas.openxmlformats.org/drawingml/2006/main">
            <a: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重投仍平票  →  无人放逐</a:t>
            </a:r>
          </a:p>
          <a:p xmlns:a="http://schemas.openxmlformats.org/drawingml/2006/main">
            <a:pPr algn="ctr">
              <a:def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否则放逐重投最高票者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A12FD-DFBC-435A-AB7B-7B46207D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314A"/>
          </a:solidFill>
          <a:ln xmlns:a="http://schemas.openxmlformats.org/drawingml/2006/main" w="14288">
            <a:solidFill>
              <a:srgbClr val="3D607A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rmAutofit/>
          </a:bodyPr>
          <a:lstStyle xmlns:a="http://schemas.openxmlformats.org/drawingml/2006/main">
            <a:def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D9289-898E-42AF-9A6D-6C5CF9D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7FC"/>
                </a:solidFill>
                <a:latin typeface="Microsoft YaHei"/>
                <a:ea typeface="Microsoft YaHei"/>
                <a:cs typeface="Microsoft YaHei"/>
              </a:rPr>
              <a:t>结算后的出口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3FC74-7172-423B-BD70-2B6D9A37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829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rPr>
              <a:t>夜间死亡或白天投票结算后查胜负：有胜方则终局；第 8 个白天结束仍无胜方则记未完成；否则进入下一夜。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75D40-C17A-454A-8AFD-FFF8C6B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rPr>
              <a:t>同夜被击杀的预言家仍完成当夜查验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52518-0B8D-48C5-82A6-5D87D55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381625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rPr>
              <a:t>非法输出重试一次；再失败则暂停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484D5-1607-43AF-8270-0308AC5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81625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DD0DF"/>
                </a:solidFill>
                <a:latin typeface="Microsoft YaHei"/>
                <a:ea typeface="Microsoft YaHei"/>
                <a:cs typeface="Microsoft YaHei"/>
              </a:rPr>
              <a:t>主持只播报事实，不裁决胜负</a:t>
            </a:r>
          </a:p>
        </p:txBody>
      </p:sp>
    </p:spTree>
    <p:extLst>
      <p:ext uri="{BB962C8B-B14F-4D97-AF65-F5344CB8AC3E}">
        <p14:creationId xmlns:p14="http://schemas.microsoft.com/office/powerpoint/2010/main" val="2079436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2026-10-25T02:53:51.2580000Z</dcterms:created>
  <dcterms:modified xsi:type="dcterms:W3CDTF">2026-10-25T02:53:51.2580000Z</dcterms:modified>
</coreProperties>
</file>